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8" autoAdjust="0"/>
    <p:restoredTop sz="94660"/>
  </p:normalViewPr>
  <p:slideViewPr>
    <p:cSldViewPr snapToGrid="0">
      <p:cViewPr varScale="1">
        <p:scale>
          <a:sx n="61" d="100"/>
          <a:sy n="61" d="100"/>
        </p:scale>
        <p:origin x="49" y="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4114A-1DA3-1CF5-07BE-B2794CF69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A06B71-691F-D14F-C982-02B387721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D6D8B9-A852-33B5-0B89-6CCFE39AD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443E-05D0-4488-8DBB-2741A319526E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392F0C-FF16-FADD-7DA8-08FF15C21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1D6CFD-41CD-19BF-18DC-94B08E09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A946-0826-49DE-A59D-FBA333E03C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4629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29CFF-8039-B6E7-B679-4ED2896D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87DC47-BEE0-3AC9-8954-20101FA4B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8495FA-7B23-E3AD-C3B0-75F4C580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443E-05D0-4488-8DBB-2741A319526E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533DED-A646-C931-0AF8-0A1710C3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FD5B2C-383B-CE15-D079-BFA68F8B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A946-0826-49DE-A59D-FBA333E03C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7489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2E480-CC84-C30E-3627-8A08C715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6A83F0-2CF9-A06B-9B96-27F1C9C93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A59FA3-5CDD-6930-52C6-C328A3CF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443E-05D0-4488-8DBB-2741A319526E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4A4287-5A35-973A-C4F2-6FBE460F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F1D9F7-B16F-06CC-CA86-10056965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A946-0826-49DE-A59D-FBA333E03C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9008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E8786-8F1B-E420-5207-100569B3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91AF78-D307-60CE-1B45-460DAB932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027A21-0536-1AC8-3C94-9F2BE50E9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B00001-019E-BCDA-032E-2BD5C4CED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443E-05D0-4488-8DBB-2741A319526E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EE5934-BD7D-4D1B-2ABF-3CCAD4215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A3E388-B822-CFFE-9B15-11A528062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A946-0826-49DE-A59D-FBA333E03C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9579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54BEF-6D2F-988B-1BEA-51344AA59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EDE704-A5F5-6390-7919-FBD398846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3AF2C9-7C63-E684-CA19-296666B46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8C1E9C1-971B-1694-4B6D-4298A9CB4F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8088A2A-FF29-DE85-9CDB-CD93E2F05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D6E24B9-8636-4F60-B704-CF29ECD9B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443E-05D0-4488-8DBB-2741A319526E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DD64C3-9646-1056-7364-3E2F26DC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EA6C31-6A87-954F-1281-09CE6FAE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A946-0826-49DE-A59D-FBA333E03C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6710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B5F3A-D11E-634C-F02D-969A7D597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0DFEE4-4800-4416-0457-F527328B1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443E-05D0-4488-8DBB-2741A319526E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C4D5C7-D3A2-3C4F-BA95-29BED2913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5A45ED-B85A-AD25-A969-92B206C59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A946-0826-49DE-A59D-FBA333E03C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413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125484F-7BBF-944C-2B7D-22CFB58BF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443E-05D0-4488-8DBB-2741A319526E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F832FAC-95E4-68F8-E573-0A509AF09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73DC04-A2F9-1AA2-C918-B03C77D97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A946-0826-49DE-A59D-FBA333E03C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2569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22A2C-C11F-674F-B43F-75A4362B7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D24D28-949A-3605-53AE-4CE6881C2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F8E46E-5AF7-06A7-0766-EBEB7ECCF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54AC3D-D2E6-73FB-1A31-2A1A8EC07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443E-05D0-4488-8DBB-2741A319526E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CAF1E0-5A67-472E-BE38-59C633AD3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39158B-8CFF-BD35-DE0E-79F60AA9B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A946-0826-49DE-A59D-FBA333E03C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1816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4019D-5E02-4D1C-BA84-AE5BEFADF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615649F-6A63-4DD1-0939-2482A8FC4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447506-2EC2-3B5E-9606-5BA50E5A5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8B6A50-B652-93B9-2C9C-2593E3D5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443E-05D0-4488-8DBB-2741A319526E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63EF5E-FD7F-5EF1-2E0A-9733A013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71095B-EB4E-8BA2-1ED7-22C6DFF99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A946-0826-49DE-A59D-FBA333E03C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7479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49ADE3-E669-4E04-983C-1A1257FA9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D2B47E-ABAA-643A-E5F8-A661D3CB6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460600-090A-882D-FFB2-2C15772E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443E-05D0-4488-8DBB-2741A319526E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810530-EFD2-AB72-B16D-90CC1E9D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5E08B8-5AE2-4D45-C9C3-C57B3CB1D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A946-0826-49DE-A59D-FBA333E03C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8930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B64150-8263-EB0F-B3C7-2C93D8BDCA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43157E2-F4E5-E357-8D06-9408C3015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1B41B5-2899-176F-526B-72F1EEB84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443E-05D0-4488-8DBB-2741A319526E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71B230-4A56-A719-5602-45817E2B7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135E9-9FA2-3771-1651-30126341F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A946-0826-49DE-A59D-FBA333E03C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3525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0A16BDC-EDD9-0EA8-2751-606FB3305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474848-2CE5-E4CA-BEAF-D74700298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032EF9-DF95-94B0-612D-5D38131E5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4C443E-05D0-4488-8DBB-2741A319526E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05AA31-CB01-D6E1-ECA8-ADB7D9F94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E7992E-641C-B3D4-3838-9CB3C13A7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5A946-0826-49DE-A59D-FBA333E03C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551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7BAF3F15-B3FC-C4AA-70B2-6B28F1296C45}"/>
              </a:ext>
            </a:extLst>
          </p:cNvPr>
          <p:cNvSpPr/>
          <p:nvPr/>
        </p:nvSpPr>
        <p:spPr>
          <a:xfrm>
            <a:off x="4714754" y="821802"/>
            <a:ext cx="2129742" cy="14960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</a:t>
            </a:r>
            <a:endParaRPr lang="es-ES" sz="2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E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/000</a:t>
            </a:r>
            <a:endParaRPr lang="es-E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62D41E9-2ECB-E37D-6E01-1DB0AC533BE6}"/>
              </a:ext>
            </a:extLst>
          </p:cNvPr>
          <p:cNvSpPr/>
          <p:nvPr/>
        </p:nvSpPr>
        <p:spPr>
          <a:xfrm>
            <a:off x="4714754" y="3209082"/>
            <a:ext cx="2129742" cy="14960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Leds-</a:t>
            </a:r>
            <a:r>
              <a:rPr lang="es-ES" sz="2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endParaRPr lang="es-ES" sz="2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E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/001</a:t>
            </a:r>
            <a:endParaRPr lang="es-E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A8448C5-7E79-6A86-DDC6-43B8053BC89D}"/>
              </a:ext>
            </a:extLst>
          </p:cNvPr>
          <p:cNvSpPr/>
          <p:nvPr/>
        </p:nvSpPr>
        <p:spPr>
          <a:xfrm>
            <a:off x="1487346" y="4485191"/>
            <a:ext cx="2129742" cy="14960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Contra</a:t>
            </a:r>
          </a:p>
          <a:p>
            <a:pPr algn="ctr"/>
            <a:r>
              <a:rPr lang="es-E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/010</a:t>
            </a:r>
            <a:endParaRPr lang="es-E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DC3E4D7-7ED9-AA28-C804-D90CBF6E8316}"/>
              </a:ext>
            </a:extLst>
          </p:cNvPr>
          <p:cNvSpPr/>
          <p:nvPr/>
        </p:nvSpPr>
        <p:spPr>
          <a:xfrm>
            <a:off x="7942162" y="4485191"/>
            <a:ext cx="2129742" cy="14960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Favor</a:t>
            </a:r>
          </a:p>
          <a:p>
            <a:pPr algn="ctr"/>
            <a:r>
              <a:rPr lang="es-E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/110</a:t>
            </a:r>
            <a:endParaRPr lang="es-E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FA869AB-77E4-832E-2CE1-36E4F929B7E0}"/>
              </a:ext>
            </a:extLst>
          </p:cNvPr>
          <p:cNvCxnSpPr>
            <a:cxnSpLocks/>
          </p:cNvCxnSpPr>
          <p:nvPr/>
        </p:nvCxnSpPr>
        <p:spPr>
          <a:xfrm>
            <a:off x="6076709" y="2317830"/>
            <a:ext cx="0" cy="891252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8D3D263-F259-C8E0-07D7-37C88A9FA253}"/>
              </a:ext>
            </a:extLst>
          </p:cNvPr>
          <p:cNvCxnSpPr>
            <a:cxnSpLocks/>
            <a:stCxn id="5" idx="2"/>
            <a:endCxn id="6" idx="7"/>
          </p:cNvCxnSpPr>
          <p:nvPr/>
        </p:nvCxnSpPr>
        <p:spPr>
          <a:xfrm flipH="1">
            <a:off x="3305195" y="3957096"/>
            <a:ext cx="1409559" cy="747183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D48DE22-8CAD-FB91-80E4-E9DD7B3E285D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>
            <a:off x="6844496" y="3957096"/>
            <a:ext cx="1409559" cy="747183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D2651B1-8369-3FD2-41F1-5D74058FA453}"/>
              </a:ext>
            </a:extLst>
          </p:cNvPr>
          <p:cNvSpPr txBox="1"/>
          <p:nvPr/>
        </p:nvSpPr>
        <p:spPr>
          <a:xfrm>
            <a:off x="3601966" y="3869022"/>
            <a:ext cx="81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101</a:t>
            </a:r>
            <a:endParaRPr lang="es-ES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200884E-C4C8-6E0E-4E52-16E2A61DC639}"/>
              </a:ext>
            </a:extLst>
          </p:cNvPr>
          <p:cNvSpPr txBox="1"/>
          <p:nvPr/>
        </p:nvSpPr>
        <p:spPr>
          <a:xfrm>
            <a:off x="7345413" y="3869021"/>
            <a:ext cx="81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110</a:t>
            </a:r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AC4BD8B-E2EE-8ECF-DF59-E41C0783439D}"/>
              </a:ext>
            </a:extLst>
          </p:cNvPr>
          <p:cNvSpPr txBox="1"/>
          <p:nvPr/>
        </p:nvSpPr>
        <p:spPr>
          <a:xfrm>
            <a:off x="6115292" y="2532622"/>
            <a:ext cx="81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1--</a:t>
            </a:r>
            <a:endParaRPr lang="es-ES" dirty="0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92A899B6-4DC7-0159-C827-2AF1C204C903}"/>
              </a:ext>
            </a:extLst>
          </p:cNvPr>
          <p:cNvCxnSpPr>
            <a:cxnSpLocks/>
          </p:cNvCxnSpPr>
          <p:nvPr/>
        </p:nvCxnSpPr>
        <p:spPr>
          <a:xfrm flipV="1">
            <a:off x="5494115" y="2317830"/>
            <a:ext cx="0" cy="891252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6383F68-3034-7356-47E4-D4507D2E895B}"/>
              </a:ext>
            </a:extLst>
          </p:cNvPr>
          <p:cNvSpPr txBox="1"/>
          <p:nvPr/>
        </p:nvSpPr>
        <p:spPr>
          <a:xfrm>
            <a:off x="4900915" y="2532623"/>
            <a:ext cx="81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0--</a:t>
            </a:r>
            <a:endParaRPr lang="es-ES" dirty="0"/>
          </a:p>
        </p:txBody>
      </p:sp>
      <p:sp>
        <p:nvSpPr>
          <p:cNvPr id="31" name="Flecha: circular 30">
            <a:extLst>
              <a:ext uri="{FF2B5EF4-FFF2-40B4-BE49-F238E27FC236}">
                <a16:creationId xmlns:a16="http://schemas.microsoft.com/office/drawing/2014/main" id="{2EF4F5DB-9FEB-11CE-C11E-5C901A307878}"/>
              </a:ext>
            </a:extLst>
          </p:cNvPr>
          <p:cNvSpPr/>
          <p:nvPr/>
        </p:nvSpPr>
        <p:spPr>
          <a:xfrm rot="19187402" flipV="1">
            <a:off x="2922405" y="5001397"/>
            <a:ext cx="925975" cy="1322677"/>
          </a:xfrm>
          <a:prstGeom prst="circularArrow">
            <a:avLst>
              <a:gd name="adj1" fmla="val 5693"/>
              <a:gd name="adj2" fmla="val 1078171"/>
              <a:gd name="adj3" fmla="val 20378429"/>
              <a:gd name="adj4" fmla="val 10945583"/>
              <a:gd name="adj5" fmla="val 850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2" name="Flecha: circular 31">
            <a:extLst>
              <a:ext uri="{FF2B5EF4-FFF2-40B4-BE49-F238E27FC236}">
                <a16:creationId xmlns:a16="http://schemas.microsoft.com/office/drawing/2014/main" id="{CBFEBC01-7F77-6146-D0DA-04DAD1BBD29D}"/>
              </a:ext>
            </a:extLst>
          </p:cNvPr>
          <p:cNvSpPr/>
          <p:nvPr/>
        </p:nvSpPr>
        <p:spPr>
          <a:xfrm rot="13600549">
            <a:off x="7668365" y="5087160"/>
            <a:ext cx="925975" cy="1287375"/>
          </a:xfrm>
          <a:prstGeom prst="circularArrow">
            <a:avLst>
              <a:gd name="adj1" fmla="val 5849"/>
              <a:gd name="adj2" fmla="val 1078171"/>
              <a:gd name="adj3" fmla="val 20286365"/>
              <a:gd name="adj4" fmla="val 10945583"/>
              <a:gd name="adj5" fmla="val 850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8602CAA-48FD-E6E2-D2F4-F7F2E792DB96}"/>
              </a:ext>
            </a:extLst>
          </p:cNvPr>
          <p:cNvSpPr txBox="1"/>
          <p:nvPr/>
        </p:nvSpPr>
        <p:spPr>
          <a:xfrm>
            <a:off x="3898739" y="5519554"/>
            <a:ext cx="81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1--</a:t>
            </a:r>
            <a:endParaRPr lang="es-ES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3F1529C-7887-1813-14AD-68A0A9E2C5CC}"/>
              </a:ext>
            </a:extLst>
          </p:cNvPr>
          <p:cNvSpPr txBox="1"/>
          <p:nvPr/>
        </p:nvSpPr>
        <p:spPr>
          <a:xfrm>
            <a:off x="6999136" y="5519554"/>
            <a:ext cx="81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1--</a:t>
            </a:r>
            <a:endParaRPr lang="es-ES" dirty="0"/>
          </a:p>
        </p:txBody>
      </p:sp>
      <p:sp>
        <p:nvSpPr>
          <p:cNvPr id="35" name="Flecha: circular 34">
            <a:extLst>
              <a:ext uri="{FF2B5EF4-FFF2-40B4-BE49-F238E27FC236}">
                <a16:creationId xmlns:a16="http://schemas.microsoft.com/office/drawing/2014/main" id="{28BC8643-1B3A-642A-8646-7B14E10683D7}"/>
              </a:ext>
            </a:extLst>
          </p:cNvPr>
          <p:cNvSpPr/>
          <p:nvPr/>
        </p:nvSpPr>
        <p:spPr>
          <a:xfrm rot="21409204" flipV="1">
            <a:off x="5316636" y="4042940"/>
            <a:ext cx="925975" cy="1322677"/>
          </a:xfrm>
          <a:prstGeom prst="circularArrow">
            <a:avLst>
              <a:gd name="adj1" fmla="val 5693"/>
              <a:gd name="adj2" fmla="val 1078171"/>
              <a:gd name="adj3" fmla="val 20378429"/>
              <a:gd name="adj4" fmla="val 10945583"/>
              <a:gd name="adj5" fmla="val 850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20E0B41-86BF-9765-66E2-C5B39714DD38}"/>
              </a:ext>
            </a:extLst>
          </p:cNvPr>
          <p:cNvSpPr txBox="1"/>
          <p:nvPr/>
        </p:nvSpPr>
        <p:spPr>
          <a:xfrm>
            <a:off x="5061032" y="5288721"/>
            <a:ext cx="1525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100, 111</a:t>
            </a:r>
            <a:endParaRPr lang="es-ES" dirty="0"/>
          </a:p>
        </p:txBody>
      </p:sp>
      <p:sp>
        <p:nvSpPr>
          <p:cNvPr id="37" name="Flecha: circular 36">
            <a:extLst>
              <a:ext uri="{FF2B5EF4-FFF2-40B4-BE49-F238E27FC236}">
                <a16:creationId xmlns:a16="http://schemas.microsoft.com/office/drawing/2014/main" id="{A307D826-969B-DC8C-6B6B-21A129470F05}"/>
              </a:ext>
            </a:extLst>
          </p:cNvPr>
          <p:cNvSpPr/>
          <p:nvPr/>
        </p:nvSpPr>
        <p:spPr>
          <a:xfrm rot="4911326" flipV="1">
            <a:off x="4251766" y="901273"/>
            <a:ext cx="925975" cy="1322677"/>
          </a:xfrm>
          <a:prstGeom prst="circularArrow">
            <a:avLst>
              <a:gd name="adj1" fmla="val 5693"/>
              <a:gd name="adj2" fmla="val 1078171"/>
              <a:gd name="adj3" fmla="val 20378429"/>
              <a:gd name="adj4" fmla="val 9350234"/>
              <a:gd name="adj5" fmla="val 850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F84BE71-85A0-1721-36EA-913D41D58F86}"/>
              </a:ext>
            </a:extLst>
          </p:cNvPr>
          <p:cNvSpPr txBox="1"/>
          <p:nvPr/>
        </p:nvSpPr>
        <p:spPr>
          <a:xfrm>
            <a:off x="3601966" y="1108151"/>
            <a:ext cx="81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0--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276532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27</Words>
  <Application>Microsoft Office PowerPoint</Application>
  <PresentationFormat>Panorámica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Luis Pérez Martín</dc:creator>
  <cp:lastModifiedBy>José Luis Pérez Martín</cp:lastModifiedBy>
  <cp:revision>6</cp:revision>
  <dcterms:created xsi:type="dcterms:W3CDTF">2026-05-09T13:12:21Z</dcterms:created>
  <dcterms:modified xsi:type="dcterms:W3CDTF">2026-05-09T13:27:29Z</dcterms:modified>
</cp:coreProperties>
</file>